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</p:sldIdLst>
  <p:sldSz cx="5486400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8F8E6-298A-ED4E-90C0-FEE17FF04624}" v="2" dt="2025-07-21T17:46:07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35"/>
    <p:restoredTop sz="94658"/>
  </p:normalViewPr>
  <p:slideViewPr>
    <p:cSldViewPr snapToGrid="0">
      <p:cViewPr>
        <p:scale>
          <a:sx n="126" d="100"/>
          <a:sy n="126" d="100"/>
        </p:scale>
        <p:origin x="24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oliver, Rachel" userId="89295863-75e5-4055-8ece-ead835fcf9fa" providerId="ADAL" clId="{6238F8E6-298A-ED4E-90C0-FEE17FF04624}"/>
    <pc:docChg chg="undo custSel modSld">
      <pc:chgData name="Wooliver, Rachel" userId="89295863-75e5-4055-8ece-ead835fcf9fa" providerId="ADAL" clId="{6238F8E6-298A-ED4E-90C0-FEE17FF04624}" dt="2025-07-21T17:47:40.813" v="31" actId="14100"/>
      <pc:docMkLst>
        <pc:docMk/>
      </pc:docMkLst>
      <pc:sldChg chg="modSp mod">
        <pc:chgData name="Wooliver, Rachel" userId="89295863-75e5-4055-8ece-ead835fcf9fa" providerId="ADAL" clId="{6238F8E6-298A-ED4E-90C0-FEE17FF04624}" dt="2025-07-21T17:47:40.813" v="31" actId="14100"/>
        <pc:sldMkLst>
          <pc:docMk/>
          <pc:sldMk cId="2705915003" sldId="256"/>
        </pc:sldMkLst>
        <pc:grpChg chg="mod">
          <ac:chgData name="Wooliver, Rachel" userId="89295863-75e5-4055-8ece-ead835fcf9fa" providerId="ADAL" clId="{6238F8E6-298A-ED4E-90C0-FEE17FF04624}" dt="2025-07-21T17:47:40.813" v="31" actId="14100"/>
          <ac:grpSpMkLst>
            <pc:docMk/>
            <pc:sldMk cId="2705915003" sldId="256"/>
            <ac:grpSpMk id="24" creationId="{8DDC43BE-5224-0E78-925B-258939BE1F35}"/>
          </ac:grpSpMkLst>
        </pc:grpChg>
        <pc:picChg chg="mod modCrop">
          <ac:chgData name="Wooliver, Rachel" userId="89295863-75e5-4055-8ece-ead835fcf9fa" providerId="ADAL" clId="{6238F8E6-298A-ED4E-90C0-FEE17FF04624}" dt="2025-07-21T17:46:07.676" v="8" actId="14826"/>
          <ac:picMkLst>
            <pc:docMk/>
            <pc:sldMk cId="2705915003" sldId="256"/>
            <ac:picMk id="21" creationId="{F81FE19C-9634-BAE0-58F3-7761B2E0C6B1}"/>
          </ac:picMkLst>
        </pc:picChg>
        <pc:picChg chg="mod modCrop">
          <ac:chgData name="Wooliver, Rachel" userId="89295863-75e5-4055-8ece-ead835fcf9fa" providerId="ADAL" clId="{6238F8E6-298A-ED4E-90C0-FEE17FF04624}" dt="2025-07-21T17:47:16.197" v="21" actId="732"/>
          <ac:picMkLst>
            <pc:docMk/>
            <pc:sldMk cId="2705915003" sldId="256"/>
            <ac:picMk id="23" creationId="{9AB45692-496A-D860-FD35-665465944E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972715"/>
            <a:ext cx="4663440" cy="2069253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21766"/>
            <a:ext cx="4114800" cy="1434994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9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3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481774"/>
            <a:ext cx="4732020" cy="247237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977536"/>
            <a:ext cx="4732020" cy="130016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6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582208"/>
            <a:ext cx="233172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582208"/>
            <a:ext cx="2331720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1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16443"/>
            <a:ext cx="473202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457008"/>
            <a:ext cx="2321004" cy="71405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2171065"/>
            <a:ext cx="2321004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457008"/>
            <a:ext cx="2332435" cy="71405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2171065"/>
            <a:ext cx="2332435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7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4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96240"/>
            <a:ext cx="1769507" cy="138684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855770"/>
            <a:ext cx="2777490" cy="4223808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783080"/>
            <a:ext cx="1769507" cy="3303376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9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96240"/>
            <a:ext cx="1769507" cy="138684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855770"/>
            <a:ext cx="2777490" cy="4223808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783080"/>
            <a:ext cx="1769507" cy="3303376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5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3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316442"/>
            <a:ext cx="1183005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316442"/>
            <a:ext cx="3480435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23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316443"/>
            <a:ext cx="473202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582208"/>
            <a:ext cx="473202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5508838"/>
            <a:ext cx="123444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8DF6F-CFDA-8D4E-AE4C-66BE41AC09DC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5508838"/>
            <a:ext cx="185166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5508838"/>
            <a:ext cx="123444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5BFBF-F33E-EB43-BA71-21488F051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8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DDC43BE-5224-0E78-925B-258939BE1F35}"/>
              </a:ext>
            </a:extLst>
          </p:cNvPr>
          <p:cNvGrpSpPr/>
          <p:nvPr/>
        </p:nvGrpSpPr>
        <p:grpSpPr>
          <a:xfrm>
            <a:off x="0" y="0"/>
            <a:ext cx="5486400" cy="5943600"/>
            <a:chOff x="0" y="0"/>
            <a:chExt cx="5486400" cy="6045768"/>
          </a:xfrm>
          <a:solidFill>
            <a:schemeClr val="bg1"/>
          </a:solidFill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81FE19C-9634-BAE0-58F3-7761B2E0C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09" b="11798"/>
            <a:stretch>
              <a:fillRect/>
            </a:stretch>
          </p:blipFill>
          <p:spPr>
            <a:xfrm>
              <a:off x="0" y="0"/>
              <a:ext cx="5486400" cy="3082140"/>
            </a:xfrm>
            <a:prstGeom prst="rect">
              <a:avLst/>
            </a:prstGeom>
            <a:grpFill/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AB45692-496A-D860-FD35-665465944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1366" t="1454" r="19808" b="11984"/>
            <a:stretch>
              <a:fillRect/>
            </a:stretch>
          </p:blipFill>
          <p:spPr>
            <a:xfrm>
              <a:off x="40987" y="3051577"/>
              <a:ext cx="4358268" cy="2994191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2705915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Christine Wooliver</dc:creator>
  <cp:lastModifiedBy>Wooliver, Rachel</cp:lastModifiedBy>
  <cp:revision>14</cp:revision>
  <dcterms:created xsi:type="dcterms:W3CDTF">2025-03-18T17:33:35Z</dcterms:created>
  <dcterms:modified xsi:type="dcterms:W3CDTF">2025-07-21T17:47:46Z</dcterms:modified>
</cp:coreProperties>
</file>